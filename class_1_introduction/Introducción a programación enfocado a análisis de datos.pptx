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EFDD3-19A2-4FEE-AF82-F96CD85F99BA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91071-D4AC-47B1-913E-460EA567CE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377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191071-D4AC-47B1-913E-460EA567CE1B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360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2C23C-F832-AD98-A666-780406B0B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82BB61-C487-2269-38C7-21F0EC48F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709D5F-EAAF-C5BB-AF9A-D0500F35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F7053-9DB3-B929-0E29-064929ED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B39281-9D16-B883-2832-623F0583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79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7AD88-8837-6800-2015-38D9E83D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03FF76-8C36-5355-A21F-76DC37165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8A7B52-3B08-0152-9579-428FF589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D3480C-67A5-8BE5-FF8E-494B890F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75AD3B-7764-86EB-BE0A-E93447EE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855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FBE35-9F7E-D27F-F794-F1B80568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9A5072-021E-3C18-306C-9CC670CF1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FDC477-8E78-8FC9-BA55-0FA38488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5637CB-7B9C-935F-8FDF-AD7FEAAB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B098FC-72A6-F75E-2A66-F7D17BA2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51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D2C87-3FF6-768E-ED4A-5AFDF8897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7D9D3-4DFB-C874-537A-F93FFE1D6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900DE3-A2EC-B928-04D7-62B5D9C8C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6DD1B6-D5A9-BDF7-D96D-DD16C1230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AFAEBB-0FDB-39C8-A2CD-4C5ABDC8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087404-353C-98EA-580C-53A06BCD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224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03854-3F33-95B8-0F69-076994C6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1B1CE9-9AA6-C8F9-EBC4-97FE642F8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70949F-3609-D1B9-3FC9-97887F4C6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73330C-7732-906F-6397-9CEC653E2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DF5DBC-3DCD-7875-DA35-C605D621D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81AAEE-858E-7B3F-5B17-6F9AE843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1899DA-BEC2-5F9C-E43F-84EC8AE0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6423A9-B3C8-526F-75DF-20BE7690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22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6746E-170F-DC2B-51EB-A6B1048F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9DF7A-97AC-567F-7564-99743269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90D2B6-CCEB-8A9D-559E-D8961960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E4F263-F7BE-937E-042F-C473665D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83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26DE22-EABD-21B9-4701-8A5A3C1C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E6074E-55FC-AEF5-43EE-9B91931B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A1E316-2DAA-79E0-DAE8-1B7BDA43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008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04312-DBF3-04E9-9ACC-C142B7D12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8FD4B6-5ED9-6612-A8A1-421FADAF1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957E28-5AE3-6E27-327E-59607560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E705DC-ED01-1EA0-C75C-F78BE884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029CE6-9689-BC97-5E3F-3CF39B32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1A9641-3769-2127-72EF-D49A4A8AF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33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FFF47-677A-EDF1-79E3-25893F29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1A2A8DD-2926-6F65-515F-04D4B7BB1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F19A79-4152-92B3-FC87-25AD8FAC5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212E1-42BA-CE81-D3B2-F5D36218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985768-B5B4-AAD1-46B6-1C7D4686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09C230-FBC0-ACCC-19CD-32884894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65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7F355-A422-BEE6-9D6E-93F3B0AF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A769C5-F8F6-28CB-A5D1-001050368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4C4DA-0339-32D5-E30E-0C58B29D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75458C-4848-1436-36A6-E4DD4B33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09AA82-746A-008F-19EF-1C7C9C8C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35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2734A7-69B7-DC86-D570-48D2F04BC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F3286D-FA58-7AE1-29D9-C3E984BF2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AC2A01-C7C1-53BE-82FE-2565E7A4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0B4876-459C-99DA-E853-59E0BD4A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D54562-77E5-BF94-2863-10FFD1AA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60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BE9681-C779-4859-1894-E0FD84DD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0B464F-B5E2-33FC-C154-DC07853D6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75B7CF-7409-44AB-F9A8-833E9FFD8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4C6D7-4FEF-4301-AA28-F590275643AD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56A771-0E1F-63D2-47C8-CF1E6E84E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BC6E20-DF6B-1BB6-8B5A-F6E11A75E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010C6-16D6-4F81-BB26-209A9C67FDAE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03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8304C-D8D3-CD1B-16FA-764140A13D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noProof="0" dirty="0"/>
              <a:t>Introducción a programación enfocado a análisis de datos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F346FF-82DD-D2D2-CD0E-4BADD63AE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Leonardo Sánchez 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2096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86328-8E84-565B-653C-E52253C8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Diferencia entre Programadores: desarrolladores vs Analista de datos </a:t>
            </a:r>
          </a:p>
        </p:txBody>
      </p:sp>
    </p:spTree>
    <p:extLst>
      <p:ext uri="{BB962C8B-B14F-4D97-AF65-F5344CB8AC3E}">
        <p14:creationId xmlns:p14="http://schemas.microsoft.com/office/powerpoint/2010/main" val="278677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un teléfono celular&#10;&#10;El contenido generado por IA puede ser incorrecto.">
            <a:extLst>
              <a:ext uri="{FF2B5EF4-FFF2-40B4-BE49-F238E27FC236}">
                <a16:creationId xmlns:a16="http://schemas.microsoft.com/office/drawing/2014/main" id="{C155CACA-F993-BA6F-6B64-2EEAC2BB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74"/>
          <a:stretch>
            <a:fillRect/>
          </a:stretch>
        </p:blipFill>
        <p:spPr>
          <a:xfrm>
            <a:off x="643467" y="1380516"/>
            <a:ext cx="10905066" cy="409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5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C19F-0B47-272F-6BCB-BCFF07A5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A054C-BE18-08D1-0C37-8F9C50FB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Programar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CFF80D-46DE-FF57-7F2B-B30530422D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43470" y="1690688"/>
            <a:ext cx="7305060" cy="386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/>
              <a:t>Programar </a:t>
            </a:r>
            <a:r>
              <a:rPr lang="es-ES" sz="2000" b="1" dirty="0"/>
              <a:t>no es escribir código</a:t>
            </a:r>
            <a:r>
              <a:rPr lang="es-ES" sz="2000" dirty="0"/>
              <a:t>, es </a:t>
            </a:r>
            <a:r>
              <a:rPr lang="es-ES" sz="2000" b="1" dirty="0"/>
              <a:t>enseñar a una máquina a resolver problemas paso a paso</a:t>
            </a:r>
            <a:r>
              <a:rPr lang="es-ES" sz="2000" dirty="0"/>
              <a:t>.</a:t>
            </a:r>
          </a:p>
          <a:p>
            <a:r>
              <a:rPr lang="es-ES" sz="2000" dirty="0"/>
              <a:t>Es una forma estructurada de pensar </a:t>
            </a:r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2000" i="1" dirty="0" err="1">
                <a:solidFill>
                  <a:srgbClr val="FF0000"/>
                </a:solidFill>
              </a:rPr>
              <a:t>computational</a:t>
            </a:r>
            <a:r>
              <a:rPr lang="es-ES" sz="2000" i="1" dirty="0">
                <a:solidFill>
                  <a:srgbClr val="FF0000"/>
                </a:solidFill>
              </a:rPr>
              <a:t> </a:t>
            </a:r>
            <a:r>
              <a:rPr lang="es-ES" sz="2000" i="1" dirty="0" err="1">
                <a:solidFill>
                  <a:srgbClr val="FF0000"/>
                </a:solidFill>
              </a:rPr>
              <a:t>thinking</a:t>
            </a:r>
            <a:r>
              <a:rPr lang="es-ES" sz="2000" dirty="0">
                <a:solidFill>
                  <a:srgbClr val="FF0000"/>
                </a:solidFill>
              </a:rPr>
              <a:t>).</a:t>
            </a:r>
          </a:p>
          <a:p>
            <a:r>
              <a:rPr lang="es-ES" sz="2000" dirty="0"/>
              <a:t>Implica descomponer un problema, detectar patrones, abstraer lo esencial y diseñar soluciones repetibles.</a:t>
            </a:r>
          </a:p>
          <a:p>
            <a:r>
              <a:rPr lang="es-ES" sz="2000" dirty="0"/>
              <a:t>En data </a:t>
            </a:r>
            <a:r>
              <a:rPr lang="es-ES" sz="2000" dirty="0" err="1"/>
              <a:t>analytics</a:t>
            </a:r>
            <a:r>
              <a:rPr lang="es-ES" sz="2000" dirty="0"/>
              <a:t>, programar = automatizar tareas + explorar datos + generar conocimiento.</a:t>
            </a:r>
          </a:p>
          <a:p>
            <a:r>
              <a:rPr lang="es-ES" sz="2000" dirty="0"/>
              <a:t>Ejemplo conceptual:</a:t>
            </a:r>
            <a:br>
              <a:rPr lang="es-ES" sz="2000" dirty="0"/>
            </a:br>
            <a:r>
              <a:rPr lang="es-ES" sz="2000" dirty="0"/>
              <a:t>Antes se hacía un análisis con Excel → hoy lo automatizas con un script de 5 líneas en 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34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BF759-3D40-3AF5-FE91-6201E201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Por qué los analistas necesitan programar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C4B2CE-54C3-0CE6-66E9-81BB13784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158" y="1825189"/>
            <a:ext cx="7843684" cy="3207621"/>
          </a:xfrm>
        </p:spPr>
        <p:txBody>
          <a:bodyPr>
            <a:normAutofit fontScale="85000" lnSpcReduction="10000"/>
          </a:bodyPr>
          <a:lstStyle/>
          <a:p>
            <a:r>
              <a:rPr lang="es-ES" sz="2400" b="1" dirty="0"/>
              <a:t>Eficiencia</a:t>
            </a:r>
            <a:r>
              <a:rPr lang="es-ES" sz="2400" dirty="0"/>
              <a:t> → automatizar tareas repetitivas (limpieza, cálculos, informes).</a:t>
            </a:r>
          </a:p>
          <a:p>
            <a:r>
              <a:rPr lang="es-ES" sz="2400" b="1" dirty="0"/>
              <a:t>Precisión</a:t>
            </a:r>
            <a:r>
              <a:rPr lang="es-ES" sz="2400" dirty="0"/>
              <a:t> → eliminar errores humanos típicos de Excel.</a:t>
            </a:r>
          </a:p>
          <a:p>
            <a:r>
              <a:rPr lang="es-ES" sz="2400" b="1" dirty="0"/>
              <a:t>Escalabilidad</a:t>
            </a:r>
            <a:r>
              <a:rPr lang="es-ES" sz="2400" dirty="0"/>
              <a:t> → analizar millones de filas sin límites de celdas.</a:t>
            </a:r>
          </a:p>
          <a:p>
            <a:r>
              <a:rPr lang="es-ES" sz="2400" b="1" dirty="0"/>
              <a:t>Reproducibilidad</a:t>
            </a:r>
            <a:r>
              <a:rPr lang="es-ES" sz="2400" dirty="0"/>
              <a:t> → un análisis hecho con código puede repetirse igual mañana.</a:t>
            </a:r>
          </a:p>
          <a:p>
            <a:r>
              <a:rPr lang="es-ES" sz="2400" b="1" dirty="0"/>
              <a:t>Integración</a:t>
            </a:r>
            <a:r>
              <a:rPr lang="es-ES" sz="2400" dirty="0"/>
              <a:t> → unir datos de múltiples fuentes (</a:t>
            </a:r>
            <a:r>
              <a:rPr lang="es-ES" sz="2400" dirty="0" err="1"/>
              <a:t>APIs</a:t>
            </a:r>
            <a:r>
              <a:rPr lang="es-ES" sz="2400" dirty="0"/>
              <a:t>, bases de datos, archivos).</a:t>
            </a:r>
          </a:p>
          <a:p>
            <a:r>
              <a:rPr lang="es-ES" sz="2400" b="1" dirty="0"/>
              <a:t>Creatividad</a:t>
            </a:r>
            <a:r>
              <a:rPr lang="es-ES" sz="2400" dirty="0"/>
              <a:t> → construir visualizaciones personalizadas y modelos propios.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649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E90B9-2830-F98C-8ADC-773B39F1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¿Como funciona un programa?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4B984E-9640-3E61-06B3-181048D4B3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0944" y="2828835"/>
            <a:ext cx="90701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Entrada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recibe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archivos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bases, inputs).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Procesamiento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limpia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Salida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devuelve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gráficos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insights).</a:t>
            </a:r>
          </a:p>
        </p:txBody>
      </p:sp>
    </p:spTree>
    <p:extLst>
      <p:ext uri="{BB962C8B-B14F-4D97-AF65-F5344CB8AC3E}">
        <p14:creationId xmlns:p14="http://schemas.microsoft.com/office/powerpoint/2010/main" val="389081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89FF4-3EA3-254A-5EE5-569534FC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la programación potencia el análisis?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0EAAF76-FAB7-CE52-8116-432BA9126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13255" y="1690688"/>
            <a:ext cx="656549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Cambiamos de puntos de vista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”)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”)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pasará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Q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ué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pasó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describir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</a:t>
            </a:r>
            <a:r>
              <a:rPr lang="en-US" altLang="en-US" sz="2000" dirty="0">
                <a:latin typeface="Arial" panose="020B0604020202020204" pitchFamily="34" charset="0"/>
              </a:rPr>
              <a:t> del passado </a:t>
            </a:r>
            <a:r>
              <a:rPr lang="en-US" altLang="en-US" sz="2000" dirty="0" err="1">
                <a:latin typeface="Arial" panose="020B0604020202020204" pitchFamily="34" charset="0"/>
              </a:rPr>
              <a:t>mes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pasó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influyen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pasará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353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2634F-2ED2-26EE-E847-ACE432D8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Conceptos básicos de programación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B17D0-4EBC-274C-9D25-C0B48FFD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Algoritmo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Entorno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Sintaxis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Variables y Tipos de datos</a:t>
            </a:r>
          </a:p>
        </p:txBody>
      </p:sp>
    </p:spTree>
    <p:extLst>
      <p:ext uri="{BB962C8B-B14F-4D97-AF65-F5344CB8AC3E}">
        <p14:creationId xmlns:p14="http://schemas.microsoft.com/office/powerpoint/2010/main" val="90154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6E0F-42FF-3B96-9BC9-7ED44880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D69D4-7DB3-D645-1418-BF2F0434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Conceptos básicos de programación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455709-696C-BFB2-4587-F9225802A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5. Estructura de datos </a:t>
            </a:r>
          </a:p>
          <a:p>
            <a:pPr marL="0" indent="0">
              <a:buNone/>
            </a:pPr>
            <a:r>
              <a:rPr lang="es-ES" dirty="0"/>
              <a:t>6. Operadores</a:t>
            </a:r>
          </a:p>
          <a:p>
            <a:pPr marL="0" indent="0">
              <a:buNone/>
            </a:pPr>
            <a:r>
              <a:rPr lang="es-ES" dirty="0"/>
              <a:t>7. Estructura de control </a:t>
            </a:r>
          </a:p>
          <a:p>
            <a:pPr marL="0" indent="0">
              <a:buNone/>
            </a:pPr>
            <a:r>
              <a:rPr lang="es-ES" dirty="0"/>
              <a:t>8. Funciones 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7941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ACF8-F02F-AF53-7D0C-98518636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94CE0-22B1-6BA1-398E-538DAD38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Conceptos básicos de programación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5E71BF-1DF6-96D5-5F15-5680AA858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9. Entrada y salida </a:t>
            </a:r>
          </a:p>
          <a:p>
            <a:pPr marL="0" indent="0">
              <a:buNone/>
            </a:pPr>
            <a:r>
              <a:rPr lang="es-ES" dirty="0"/>
              <a:t>10. Librerías y paquetes</a:t>
            </a:r>
          </a:p>
          <a:p>
            <a:pPr marL="0" indent="0">
              <a:buNone/>
            </a:pPr>
            <a:r>
              <a:rPr lang="es-ES" dirty="0"/>
              <a:t>11. Debugging</a:t>
            </a:r>
          </a:p>
          <a:p>
            <a:pPr marL="0" indent="0">
              <a:buNone/>
            </a:pPr>
            <a:r>
              <a:rPr lang="es-ES" dirty="0"/>
              <a:t>12. Razonamiento y buenas practicas </a:t>
            </a:r>
          </a:p>
        </p:txBody>
      </p:sp>
    </p:spTree>
    <p:extLst>
      <p:ext uri="{BB962C8B-B14F-4D97-AF65-F5344CB8AC3E}">
        <p14:creationId xmlns:p14="http://schemas.microsoft.com/office/powerpoint/2010/main" val="616335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BAA7F-4438-6117-21AD-86D4091B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practico, </a:t>
            </a:r>
            <a:r>
              <a:rPr lang="es-ES" dirty="0" err="1"/>
              <a:t>querry</a:t>
            </a:r>
            <a:r>
              <a:rPr lang="es-ES" dirty="0"/>
              <a:t> en </a:t>
            </a:r>
            <a:r>
              <a:rPr lang="es-ES" dirty="0" err="1"/>
              <a:t>wikipedia</a:t>
            </a:r>
            <a:r>
              <a:rPr lang="es-ES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5321DD-B2DD-D95A-EFDA-ED4D2EC83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datos están en todas partes solo hay que saber donde buscarlos o a quien pedírselos</a:t>
            </a:r>
          </a:p>
          <a:p>
            <a:endParaRPr lang="es-ES" dirty="0"/>
          </a:p>
          <a:p>
            <a:pPr lvl="1"/>
            <a:r>
              <a:rPr lang="es-ES" dirty="0"/>
              <a:t>Imaginemos que queremos información de la universidad de navarra</a:t>
            </a:r>
          </a:p>
          <a:p>
            <a:pPr lvl="1"/>
            <a:r>
              <a:rPr lang="es-ES" dirty="0"/>
              <a:t>¿Como harían esa tarea sin browsers ni chat </a:t>
            </a:r>
            <a:r>
              <a:rPr lang="es-ES" dirty="0" err="1"/>
              <a:t>gpt</a:t>
            </a:r>
            <a:r>
              <a:rPr lang="es-ES" dirty="0"/>
              <a:t>? </a:t>
            </a:r>
          </a:p>
          <a:p>
            <a:pPr marL="457200" lvl="1" indent="0">
              <a:buNone/>
            </a:pPr>
            <a:endParaRPr lang="es-ES" dirty="0"/>
          </a:p>
          <a:p>
            <a:pPr lvl="1"/>
            <a:r>
              <a:rPr lang="es-ES" b="1" dirty="0"/>
              <a:t>Accedamos una de las bases de datos publicas mas grandes que existen y preguntémosles directamente usando </a:t>
            </a:r>
            <a:r>
              <a:rPr lang="es-ES" b="1" dirty="0" err="1"/>
              <a:t>sql</a:t>
            </a:r>
            <a:endParaRPr lang="es-ES" b="1" dirty="0"/>
          </a:p>
          <a:p>
            <a:pPr lvl="1"/>
            <a:r>
              <a:rPr lang="es-ES" b="1" dirty="0"/>
              <a:t>https://query.wikidata.org/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2215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E78CB-7B85-0281-A3FF-3E7566F5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Querry</a:t>
            </a:r>
            <a:r>
              <a:rPr lang="es-ES" dirty="0"/>
              <a:t> de </a:t>
            </a:r>
            <a:r>
              <a:rPr lang="es-ES" dirty="0" err="1"/>
              <a:t>wikipedia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55B9B-7B65-64D7-7319-2C3A6EF38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SELECT ?</a:t>
            </a:r>
            <a:r>
              <a:rPr lang="es-ES" dirty="0" err="1"/>
              <a:t>property</a:t>
            </a:r>
            <a:r>
              <a:rPr lang="es-ES" dirty="0"/>
              <a:t> ?</a:t>
            </a:r>
            <a:r>
              <a:rPr lang="es-ES" dirty="0" err="1"/>
              <a:t>propertyLabel</a:t>
            </a:r>
            <a:r>
              <a:rPr lang="es-ES" dirty="0"/>
              <a:t> ?</a:t>
            </a:r>
            <a:r>
              <a:rPr lang="es-ES" dirty="0" err="1"/>
              <a:t>value</a:t>
            </a:r>
            <a:r>
              <a:rPr lang="es-ES" dirty="0"/>
              <a:t> ?</a:t>
            </a:r>
            <a:r>
              <a:rPr lang="es-ES" dirty="0" err="1"/>
              <a:t>valueLabel</a:t>
            </a:r>
            <a:r>
              <a:rPr lang="es-ES" dirty="0"/>
              <a:t> WHERE {</a:t>
            </a:r>
          </a:p>
          <a:p>
            <a:r>
              <a:rPr lang="es-ES" dirty="0"/>
              <a:t>  wd:Q926068 ?</a:t>
            </a:r>
            <a:r>
              <a:rPr lang="es-ES" dirty="0" err="1"/>
              <a:t>property</a:t>
            </a:r>
            <a:r>
              <a:rPr lang="es-ES" dirty="0"/>
              <a:t> ?</a:t>
            </a:r>
            <a:r>
              <a:rPr lang="es-ES" dirty="0" err="1"/>
              <a:t>value</a:t>
            </a:r>
            <a:r>
              <a:rPr lang="es-ES" dirty="0"/>
              <a:t> .</a:t>
            </a:r>
          </a:p>
          <a:p>
            <a:r>
              <a:rPr lang="es-ES" dirty="0"/>
              <a:t>  SERVICE </a:t>
            </a:r>
            <a:r>
              <a:rPr lang="es-ES" dirty="0" err="1"/>
              <a:t>wikibase:label</a:t>
            </a:r>
            <a:r>
              <a:rPr lang="es-ES" dirty="0"/>
              <a:t> { </a:t>
            </a:r>
            <a:r>
              <a:rPr lang="es-ES" dirty="0" err="1"/>
              <a:t>bd:serviceParam</a:t>
            </a:r>
            <a:r>
              <a:rPr lang="es-ES" dirty="0"/>
              <a:t> </a:t>
            </a:r>
            <a:r>
              <a:rPr lang="es-ES" dirty="0" err="1"/>
              <a:t>wikibase:language</a:t>
            </a:r>
            <a:r>
              <a:rPr lang="es-ES" dirty="0"/>
              <a:t> "</a:t>
            </a:r>
            <a:r>
              <a:rPr lang="es-ES" dirty="0" err="1"/>
              <a:t>es,en</a:t>
            </a:r>
            <a:r>
              <a:rPr lang="es-ES" dirty="0"/>
              <a:t>". }</a:t>
            </a:r>
          </a:p>
          <a:p>
            <a:r>
              <a:rPr lang="es-ES" dirty="0"/>
              <a:t>}</a:t>
            </a:r>
          </a:p>
          <a:p>
            <a:r>
              <a:rPr lang="es-ES" dirty="0"/>
              <a:t>LIMIT 50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7151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6C92A-369F-D0A8-77E7-0DFF2F7A4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¿Que debería hacer cuando no hay clases?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55A62F-B268-A7E8-E8C2-E8FDA5806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Data </a:t>
            </a:r>
            <a:r>
              <a:rPr lang="es-ES" dirty="0" err="1"/>
              <a:t>Analyst</a:t>
            </a:r>
            <a:r>
              <a:rPr lang="es-ES" dirty="0"/>
              <a:t> </a:t>
            </a:r>
            <a:r>
              <a:rPr lang="es-ES" dirty="0" err="1"/>
              <a:t>path</a:t>
            </a:r>
            <a:r>
              <a:rPr lang="es-ES" dirty="0"/>
              <a:t> en data camp:</a:t>
            </a:r>
          </a:p>
          <a:p>
            <a:r>
              <a:rPr lang="es-ES" dirty="0"/>
              <a:t> https://app.datacamp.com/learn/career-tracks/data-analyst-with-r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4ACD40-0ABB-ACD2-E12A-796D0725E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46" y="3429000"/>
            <a:ext cx="7521592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3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F780F-DEF1-9EAA-274D-0B2BBAE4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Video interesante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1A7D6A-34E3-7B87-91A7-3B7F6CD4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2021"/>
            <a:ext cx="10515600" cy="1553957"/>
          </a:xfrm>
        </p:spPr>
        <p:txBody>
          <a:bodyPr/>
          <a:lstStyle/>
          <a:p>
            <a:r>
              <a:rPr lang="es-ES" b="1" dirty="0"/>
              <a:t>La Ciencia de Datos tiene que ver más con personas que con datos | Ivo </a:t>
            </a:r>
            <a:r>
              <a:rPr lang="es-ES" b="1" dirty="0" err="1"/>
              <a:t>Giulietti</a:t>
            </a:r>
            <a:r>
              <a:rPr lang="es-ES" b="1" dirty="0"/>
              <a:t> | </a:t>
            </a:r>
            <a:r>
              <a:rPr lang="es-ES" b="1" dirty="0" err="1"/>
              <a:t>TEDxSantaTecla</a:t>
            </a:r>
            <a:endParaRPr lang="es-ES" dirty="0"/>
          </a:p>
          <a:p>
            <a:pPr lvl="1"/>
            <a:r>
              <a:rPr lang="es-ES" dirty="0"/>
              <a:t>https://www.youtube.com/watch?v=wfWWWhVsv78</a:t>
            </a:r>
          </a:p>
        </p:txBody>
      </p:sp>
    </p:spTree>
    <p:extLst>
      <p:ext uri="{BB962C8B-B14F-4D97-AF65-F5344CB8AC3E}">
        <p14:creationId xmlns:p14="http://schemas.microsoft.com/office/powerpoint/2010/main" val="106921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ory Pin image">
            <a:extLst>
              <a:ext uri="{FF2B5EF4-FFF2-40B4-BE49-F238E27FC236}">
                <a16:creationId xmlns:a16="http://schemas.microsoft.com/office/drawing/2014/main" id="{BC878A4B-6030-86FF-0672-7D72168B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5" y="0"/>
            <a:ext cx="6711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847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513</Words>
  <Application>Microsoft Office PowerPoint</Application>
  <PresentationFormat>Panorámica</PresentationFormat>
  <Paragraphs>66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Introducción a programación enfocado a análisis de datos </vt:lpstr>
      <vt:lpstr>Diferencia entre Programadores: desarrolladores vs Analista de datos </vt:lpstr>
      <vt:lpstr>Presentación de PowerPoint</vt:lpstr>
      <vt:lpstr>Programar </vt:lpstr>
      <vt:lpstr>Por qué los analistas necesitan programar</vt:lpstr>
      <vt:lpstr>¿Como funciona un programa?</vt:lpstr>
      <vt:lpstr>¿Cómo la programación potencia el análisis?</vt:lpstr>
      <vt:lpstr>Conceptos básicos de programación </vt:lpstr>
      <vt:lpstr>Conceptos básicos de programación </vt:lpstr>
      <vt:lpstr>Conceptos básicos de programación </vt:lpstr>
      <vt:lpstr>Ejemplo practico, querry en wikipedia:</vt:lpstr>
      <vt:lpstr>Querry de wikipedia</vt:lpstr>
      <vt:lpstr>¿Que debería hacer cuando no hay clases?</vt:lpstr>
      <vt:lpstr>Video interesante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sanchez</dc:creator>
  <cp:lastModifiedBy>leonardo sanchez</cp:lastModifiedBy>
  <cp:revision>2</cp:revision>
  <dcterms:created xsi:type="dcterms:W3CDTF">2025-10-12T17:15:23Z</dcterms:created>
  <dcterms:modified xsi:type="dcterms:W3CDTF">2025-10-12T18:53:31Z</dcterms:modified>
</cp:coreProperties>
</file>