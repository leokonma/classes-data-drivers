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59" r:id="rId5"/>
    <p:sldId id="261" r:id="rId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E990D5-055B-EF49-ACD2-6E327805F4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92195C1-BA68-07A0-1789-05BBA4E4E3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5C36BDD-66DC-0636-F0AF-F8CCC2581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3411-6FE9-4C63-9920-89DA3EE8B525}" type="datetimeFigureOut">
              <a:rPr lang="es-ES" smtClean="0"/>
              <a:t>05/11/2025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55DECB-479A-8716-6D93-346FCB9B9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1E21E3-65A7-D258-7227-338DE0760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0C489-9FC6-418C-BF65-C531C74FEB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37987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C6CB4E-7A14-C530-613B-E8607777D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105B0A-C1B2-D2F4-2CBA-AAB2D7084B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5D50F50-868C-4455-97F0-B7CBE8E70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3411-6FE9-4C63-9920-89DA3EE8B525}" type="datetimeFigureOut">
              <a:rPr lang="es-ES" smtClean="0"/>
              <a:t>05/11/2025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21AC6EF-16D1-B58F-CB5D-8A374A48C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163D1C7-5BF8-CF6B-8294-4CB330375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0C489-9FC6-418C-BF65-C531C74FEB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80326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3C59B1-BFE1-2BE7-A176-B49A0E764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A93456F-2481-E652-BBCD-63375C6039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874A60-50A2-C989-E815-D4A46CE28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3411-6FE9-4C63-9920-89DA3EE8B525}" type="datetimeFigureOut">
              <a:rPr lang="es-ES" smtClean="0"/>
              <a:t>05/11/2025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2EE131A-42AD-7C38-A3E1-C0D8D3F29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D5D7B56-06B8-6992-1784-F53F47CCB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0C489-9FC6-418C-BF65-C531C74FEB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66955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13DA5C-2346-3C01-9D69-FCED74FBB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4A25ADB-686B-5DD2-E702-0EFE09FC74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266010-827A-C896-11E6-5D8598A475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5894B39-ED92-8E6A-175C-4310C3279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3411-6FE9-4C63-9920-89DA3EE8B525}" type="datetimeFigureOut">
              <a:rPr lang="es-ES" smtClean="0"/>
              <a:t>05/11/2025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BC9429C-B7D4-C3EF-D580-C8AF40BDB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F5C691B-5145-DF77-D9C7-DFBA6F832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0C489-9FC6-418C-BF65-C531C74FEB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69624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05FE98-102D-B1F8-62FE-4678F7580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3E6D2E8-5E10-70F4-8157-56CDAE720D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35A4E1C-58D8-47E8-E1A0-2D7EC52066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C24636B-CE19-6E5A-6FC4-1A1FC5A63C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89727D3-A3F6-E95D-6DC1-F464BE59CF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E11E473-B574-5147-11CF-14C368CD8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3411-6FE9-4C63-9920-89DA3EE8B525}" type="datetimeFigureOut">
              <a:rPr lang="es-ES" smtClean="0"/>
              <a:t>05/11/2025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8D37203-EF73-C9B4-4452-E95F585D6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30E558A-9EB6-FAAC-C8AA-3B5459603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0C489-9FC6-418C-BF65-C531C74FEB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32980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E01560-3575-5E04-D620-F4907DA6D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4C7840F-C02F-5B98-A106-C7C5D9128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3411-6FE9-4C63-9920-89DA3EE8B525}" type="datetimeFigureOut">
              <a:rPr lang="es-ES" smtClean="0"/>
              <a:t>05/11/2025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3401F61-F19C-8D54-97AB-2763E8BF7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60C765A-FC48-AD01-ECF7-3F330D6AB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0C489-9FC6-418C-BF65-C531C74FEB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27799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41C3CB3-2D44-1D4A-CDB8-A32719319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3411-6FE9-4C63-9920-89DA3EE8B525}" type="datetimeFigureOut">
              <a:rPr lang="es-ES" smtClean="0"/>
              <a:t>05/11/2025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CAA7445-B339-5219-8ED1-08AE157D5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D681E56-8912-0DB3-B449-22E47F5E0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0C489-9FC6-418C-BF65-C531C74FEB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02539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AA0B47-7ACC-FBFD-F53F-FC8253000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4C71170-089A-5A5C-592A-0929754674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43CD1BD-D333-39C9-8C0B-28463B775F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64A37F6-F42C-D6A9-09C5-1AB2FE75D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3411-6FE9-4C63-9920-89DA3EE8B525}" type="datetimeFigureOut">
              <a:rPr lang="es-ES" smtClean="0"/>
              <a:t>05/11/2025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1486D17-785C-C147-B405-9F20A7870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EC3B898-D5B1-D207-0E4B-B47959D43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0C489-9FC6-418C-BF65-C531C74FEB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06302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578E8C-0981-A41B-5DAA-1F13FB780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E17D6FE-E8B7-5F60-F610-6AC63B7997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7D4918B-3791-2EE4-8C81-92F50419E5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4FFCF37-EEF3-152E-899D-5A12DF246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3411-6FE9-4C63-9920-89DA3EE8B525}" type="datetimeFigureOut">
              <a:rPr lang="es-ES" smtClean="0"/>
              <a:t>05/11/2025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5196A17-C015-6C76-306C-E4A31B6DA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D7FD8AE-0287-A785-ED8E-9CC392BC1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0C489-9FC6-418C-BF65-C531C74FEB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72699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BEA5BF-D5E4-34D2-45E0-B9F303B1A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54DD4F9-1F01-C515-5DB5-7F8C270425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E2253F0-9DCC-7C3C-8EFF-BC684A267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3411-6FE9-4C63-9920-89DA3EE8B525}" type="datetimeFigureOut">
              <a:rPr lang="es-ES" smtClean="0"/>
              <a:t>05/11/2025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8CA4A44-68DB-C4D8-4BF3-775FD14FA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B6B421-906B-A8E0-86DC-C07AE5042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0C489-9FC6-418C-BF65-C531C74FEB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8520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D4201B0-8970-6AC9-8480-EA83D88EC4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BB2A7FF-3907-59C0-F0D8-37BEC60E85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A1963CF-F491-4CF7-E547-D643982B4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3411-6FE9-4C63-9920-89DA3EE8B525}" type="datetimeFigureOut">
              <a:rPr lang="es-ES" smtClean="0"/>
              <a:t>05/11/2025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F5D5940-AA9E-1DD8-C41E-4C534BE37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547DBE-3B2A-C02E-A9B4-E800BD7EA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0C489-9FC6-418C-BF65-C531C74FEB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90365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1CD3C98-16C2-8AE0-EC26-A5D652800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50479A4-6F19-8BCA-9497-229FA4ACDD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ACD0D9-AE10-D66E-33B9-013897153E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3D3411-6FE9-4C63-9920-89DA3EE8B525}" type="datetimeFigureOut">
              <a:rPr lang="es-ES" smtClean="0"/>
              <a:t>05/11/2025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941392-DD3A-48DC-7C3C-B594414B7B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8774122-79E5-F8E4-5634-FA9F9FC44B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90C489-9FC6-418C-BF65-C531C74FEB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03946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cran.r-project.org/web/packages/nycflights13/index.htm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qYNweeDHiyU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5F8B7B-D964-05E5-0B1C-D6693950F3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Class n2</a:t>
            </a:r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D50FE19-7004-7AE9-4CF8-CDC630CF08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INTRODUTION TO R &amp; DPLYR</a:t>
            </a:r>
          </a:p>
          <a:p>
            <a:r>
              <a:rPr lang="en-US" dirty="0"/>
              <a:t>Leonardo Sanchez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58015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C3BE1E-F3B5-6E21-FE9C-199BCDF0C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Conceptos</a:t>
            </a:r>
            <a:r>
              <a:rPr lang="en-US" dirty="0"/>
              <a:t> </a:t>
            </a:r>
            <a:r>
              <a:rPr lang="en-US" dirty="0" err="1"/>
              <a:t>faltantes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A797AC-B2A7-A126-D52C-759B0F1A68D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5. Estructura de datos </a:t>
            </a:r>
          </a:p>
          <a:p>
            <a:pPr marL="0" indent="0">
              <a:buNone/>
            </a:pPr>
            <a:r>
              <a:rPr lang="es-ES" dirty="0"/>
              <a:t>6. Operadores</a:t>
            </a:r>
          </a:p>
          <a:p>
            <a:pPr marL="0" indent="0">
              <a:buNone/>
            </a:pPr>
            <a:r>
              <a:rPr lang="es-ES" dirty="0"/>
              <a:t>7. Estructura de control </a:t>
            </a:r>
          </a:p>
          <a:p>
            <a:pPr marL="0" indent="0">
              <a:buNone/>
            </a:pPr>
            <a:r>
              <a:rPr lang="es-ES" dirty="0"/>
              <a:t>8. Funciones </a:t>
            </a:r>
          </a:p>
          <a:p>
            <a:endParaRPr lang="es-E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5DF3D9D-63EE-263A-4741-684274E3F4B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9. Entrada y salida </a:t>
            </a:r>
          </a:p>
          <a:p>
            <a:pPr marL="0" indent="0">
              <a:buNone/>
            </a:pPr>
            <a:r>
              <a:rPr lang="es-ES" dirty="0"/>
              <a:t>10. Librerías y paquetes</a:t>
            </a:r>
          </a:p>
          <a:p>
            <a:pPr marL="0" indent="0">
              <a:buNone/>
            </a:pPr>
            <a:r>
              <a:rPr lang="es-ES" dirty="0"/>
              <a:t>11. Debugging</a:t>
            </a:r>
          </a:p>
          <a:p>
            <a:pPr marL="0" indent="0">
              <a:buNone/>
            </a:pPr>
            <a:r>
              <a:rPr lang="es-ES" dirty="0"/>
              <a:t>12. Razonamiento y buenas practicas 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97599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49811C-DEF7-0FED-446E-958DF1522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9990" y="2766218"/>
            <a:ext cx="3252019" cy="1325563"/>
          </a:xfrm>
        </p:spPr>
        <p:txBody>
          <a:bodyPr/>
          <a:lstStyle/>
          <a:p>
            <a:r>
              <a:rPr lang="es-ES" dirty="0">
                <a:hlinkClick r:id="rId2"/>
              </a:rPr>
              <a:t>nycflights13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58264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C9CD20-8187-40A6-A499-3EDFE5901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Que es lo que le pedimos a los datos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A880B2-3926-2656-9E5F-A5CF5D6AE9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/>
              <a:t>Solve</a:t>
            </a:r>
            <a:r>
              <a:rPr lang="es-ES" dirty="0"/>
              <a:t> real </a:t>
            </a:r>
            <a:r>
              <a:rPr lang="es-ES" dirty="0" err="1"/>
              <a:t>world</a:t>
            </a:r>
            <a:r>
              <a:rPr lang="es-ES" dirty="0"/>
              <a:t> </a:t>
            </a:r>
            <a:r>
              <a:rPr lang="es-ES" dirty="0" err="1"/>
              <a:t>problems</a:t>
            </a:r>
            <a:endParaRPr lang="es-ES" dirty="0"/>
          </a:p>
          <a:p>
            <a:r>
              <a:rPr lang="es-ES" dirty="0" err="1"/>
              <a:t>Understand</a:t>
            </a:r>
            <a:r>
              <a:rPr lang="es-ES" dirty="0"/>
              <a:t> tendencias</a:t>
            </a:r>
          </a:p>
          <a:p>
            <a:r>
              <a:rPr lang="es-ES" dirty="0" err="1"/>
              <a:t>Clean</a:t>
            </a:r>
            <a:r>
              <a:rPr lang="es-ES" dirty="0"/>
              <a:t> and </a:t>
            </a:r>
            <a:r>
              <a:rPr lang="es-ES" dirty="0" err="1"/>
              <a:t>transform</a:t>
            </a:r>
            <a:r>
              <a:rPr lang="es-ES" dirty="0"/>
              <a:t> magnitudes </a:t>
            </a:r>
            <a:r>
              <a:rPr lang="es-ES" dirty="0" err="1"/>
              <a:t>to</a:t>
            </a:r>
            <a:r>
              <a:rPr lang="es-ES" dirty="0"/>
              <a:t> more interpretable </a:t>
            </a:r>
            <a:r>
              <a:rPr lang="es-ES" dirty="0" err="1"/>
              <a:t>ones</a:t>
            </a:r>
            <a:r>
              <a:rPr lang="es-ES" dirty="0"/>
              <a:t> </a:t>
            </a:r>
          </a:p>
          <a:p>
            <a:r>
              <a:rPr lang="es-ES" dirty="0" err="1"/>
              <a:t>Reporting</a:t>
            </a:r>
            <a:r>
              <a:rPr lang="es-ES" dirty="0"/>
              <a:t> 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25353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A243F-46AA-F9C5-6A37-152FCA4D4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3AC447-B382-FC27-4800-893DF2219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7433" y="2766218"/>
            <a:ext cx="4857134" cy="1325563"/>
          </a:xfrm>
        </p:spPr>
        <p:txBody>
          <a:bodyPr/>
          <a:lstStyle/>
          <a:p>
            <a:r>
              <a:rPr lang="en-US" dirty="0">
                <a:hlinkClick r:id="rId2"/>
              </a:rPr>
              <a:t>Video de la </a:t>
            </a:r>
            <a:r>
              <a:rPr lang="en-US" dirty="0" err="1">
                <a:hlinkClick r:id="rId2"/>
              </a:rPr>
              <a:t>semana</a:t>
            </a:r>
            <a:r>
              <a:rPr lang="en-US" dirty="0">
                <a:hlinkClick r:id="rId2"/>
              </a:rPr>
              <a:t>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350379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75</Words>
  <Application>Microsoft Office PowerPoint</Application>
  <PresentationFormat>Panorámica</PresentationFormat>
  <Paragraphs>19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Tema de Office</vt:lpstr>
      <vt:lpstr>Class n2</vt:lpstr>
      <vt:lpstr>Conceptos faltantes</vt:lpstr>
      <vt:lpstr>nycflights13</vt:lpstr>
      <vt:lpstr>Que es lo que le pedimos a los datos </vt:lpstr>
      <vt:lpstr>Video de la semana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Leonardo sanchez</dc:creator>
  <cp:lastModifiedBy>Leonardo sanchez</cp:lastModifiedBy>
  <cp:revision>1</cp:revision>
  <dcterms:created xsi:type="dcterms:W3CDTF">2025-11-05T14:36:21Z</dcterms:created>
  <dcterms:modified xsi:type="dcterms:W3CDTF">2025-11-05T15:16:25Z</dcterms:modified>
</cp:coreProperties>
</file>